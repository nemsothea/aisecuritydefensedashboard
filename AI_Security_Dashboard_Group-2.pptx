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0D281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1089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Security &amp; AI Defense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108960" cy="11049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Group-2: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1.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Suon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 Pisey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2. Nem Sothea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3.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Sourn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Savourn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4.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Oun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Sreynich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5. Moeun Nithvaraman</a:t>
            </a:r>
            <a:endParaRPr lang="en-US" sz="1100" dirty="0">
              <a:solidFill>
                <a:srgbClr val="8B949E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0" y="50292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CASES COVERED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914400"/>
            <a:ext cx="457200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914400"/>
            <a:ext cx="566928" cy="566928"/>
          </a:xfrm>
          <a:prstGeom prst="rect">
            <a:avLst/>
          </a:prstGeom>
          <a:solidFill>
            <a:srgbClr val="271F07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91440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033272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1664208"/>
            <a:ext cx="457200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664208"/>
            <a:ext cx="566928" cy="566928"/>
          </a:xfrm>
          <a:prstGeom prst="rect">
            <a:avLst/>
          </a:prstGeom>
          <a:solidFill>
            <a:srgbClr val="0D1F33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66420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83080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414016"/>
            <a:ext cx="457200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2414016"/>
            <a:ext cx="566928" cy="566928"/>
          </a:xfrm>
          <a:prstGeom prst="rect">
            <a:avLst/>
          </a:prstGeom>
          <a:solidFill>
            <a:srgbClr val="2D101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4140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532888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Flood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163824"/>
            <a:ext cx="457200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06240" y="3163824"/>
            <a:ext cx="566928" cy="566928"/>
          </a:xfrm>
          <a:prstGeom prst="rect">
            <a:avLst/>
          </a:prstGeom>
          <a:solidFill>
            <a:srgbClr val="2D1F4E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163824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82696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06240" y="3913632"/>
            <a:ext cx="457200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3913632"/>
            <a:ext cx="566928" cy="566928"/>
          </a:xfrm>
          <a:prstGeom prst="rect">
            <a:avLst/>
          </a:prstGeom>
          <a:solidFill>
            <a:srgbClr val="143820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91363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032504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Dashboard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600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600200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600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Test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417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attack scenario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left panel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514600"/>
            <a:ext cx="1371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11680" y="868680"/>
            <a:ext cx="1600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868680"/>
            <a:ext cx="1600200" cy="64008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05840"/>
            <a:ext cx="1600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16916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423160"/>
            <a:ext cx="1417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attack events stream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live traffic log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2514600"/>
            <a:ext cx="1371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49040" y="868680"/>
            <a:ext cx="1600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868680"/>
            <a:ext cx="1600200" cy="6400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05840"/>
            <a:ext cx="1600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840480" y="16916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Threat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423160"/>
            <a:ext cx="1417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update in real-time: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Blocked, Alerts,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514600"/>
            <a:ext cx="1371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0" y="868680"/>
            <a:ext cx="1600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868680"/>
            <a:ext cx="1600200" cy="64008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05840"/>
            <a:ext cx="1600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77840" y="16916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(XAI)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423160"/>
            <a:ext cx="1417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writes a plain-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security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2514600"/>
            <a:ext cx="13716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223760" y="868680"/>
            <a:ext cx="160020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868680"/>
            <a:ext cx="1600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05840"/>
            <a:ext cx="1600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315200" y="1691640"/>
            <a:ext cx="1417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Rendered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423160"/>
            <a:ext cx="1417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MONITOR / ALLOW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with reasoning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attacks are 100% simulated — but real world cases. Safe to run in any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solidFill>
            <a:srgbClr val="271F07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5943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tries thousands of username/password combinations rapidly until they find the correct one. Automated bots can attempt hundreds of logins per second.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DETECTS 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 exceeds 4 attempts/sec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username enumeration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IP, high entropy passwords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anomaly detected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427220" cy="3840480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LOG SIMULATION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32120" y="1298448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103.45.12.88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0" y="1298448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login — user: admin (1/5)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627632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32120" y="162763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103.45.12.88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1627632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login — user: root (2/5)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956816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1956816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103.45.12.88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1956816"/>
            <a:ext cx="23241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login — user: administrator (3/5)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286000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2286000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66560" y="2286000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Analyzing login frequency...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615184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2615184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103.45.12.88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2615184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from new geolocation: CN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944368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2944368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2944368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limit exceeded — IP blocked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273552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32120" y="327355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0" y="3273552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stuffing blocked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602736"/>
            <a:ext cx="731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32120" y="3602736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3602736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locked — 5 failed attempts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2D101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31596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AI DECISION: BLOCK — Threat Confirmed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solidFill>
            <a:srgbClr val="0D1F33"/>
          </a:solidFill>
          <a:ln w="25400">
            <a:solidFill>
              <a:srgbClr val="388B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5943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scans all 65,535 ports on a target machine to discover which services are running. This is reconnaissance — mapping the attack surface before launching a real exploit.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DETECTS 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 SYN packets in 3 seconds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completed TCP handshakes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port ordering pattern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Nmap OS fingerprint headers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59580" cy="3840480"/>
          </a:xfrm>
          <a:prstGeom prst="rect">
            <a:avLst/>
          </a:prstGeom>
          <a:solidFill>
            <a:srgbClr val="21262D"/>
          </a:solidFill>
          <a:ln w="1905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LOG SIMULATION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77840" y="1298448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185.220.101.45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66560" y="1298448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→ port 22 (SSH)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62763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77840" y="1627632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185.220.101.45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1627632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→ port 80 (HTTP)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95681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77840" y="1956816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185.220.101.45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1956816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→ port 443 (HTTPS)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28600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77840" y="2286000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66560" y="2286000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Rapid sequential port probe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615184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2615184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185.220.101.45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2615184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→ port 3306 (MySQL)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94436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2944368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185.220.101.45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2944368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→ port 6379 (Redis)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27355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3273552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66560" y="3273552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flood — 1,240 pkts in 3s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60273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09:15:03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77840" y="3602736"/>
            <a:ext cx="1143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3602736"/>
            <a:ext cx="182880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Stealth scan blocked — IP blocked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2D101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31596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AI DECISION: BLOCK — Reconnaissance Detected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solidFill>
            <a:srgbClr val="2D1010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Flood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5943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Denial of Service: thousands of compromised machines (a botnet) flood your server with traffic, consuming all bandwidth and making the service unavailable to legitimate users.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DETECTS 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8,200 req/s (68x normal baseline)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1,400+ unique source IPs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UDP / SYN / ICMP vectors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C2 signature matched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123444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041648"/>
            <a:ext cx="54864" cy="9144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33088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8,200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544568"/>
            <a:ext cx="1051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req/sec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4041648"/>
            <a:ext cx="123444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37360" y="4041648"/>
            <a:ext cx="54864" cy="9144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133088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1,400+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544568"/>
            <a:ext cx="1051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0" y="4041648"/>
            <a:ext cx="123444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4041648"/>
            <a:ext cx="54864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133088"/>
            <a:ext cx="1051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0" y="4544568"/>
            <a:ext cx="1051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 traffic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LOG SIMULATION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129844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77840" y="129844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29400" y="1298448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 spike: 8,200 req/s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162763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162763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29400" y="1627632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flood from 1,400+ IPs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195681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1956816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29400" y="1956816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flood mitigated at edge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228600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29400" y="2286000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Blackhole route engaged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2615184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77840" y="261518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29400" y="2615184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Amplification vector neutralized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294436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77840" y="294436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29400" y="2944368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2,100 botnet IPs rate-limited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54880" y="327355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77840" y="327355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29400" y="3273552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Scrubbing center activated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360273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16:44:05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77840" y="3602736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629400" y="3602736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Legitimate traffic passed (1.4%)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2D101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431596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AI DECISION: BLOCK — Upstream Mitigation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solidFill>
            <a:srgbClr val="2D1F4E"/>
          </a:solidFill>
          <a:ln w="25400">
            <a:solidFill>
              <a:srgbClr val="895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5943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SQL code is inserted into input fields to manipulate the database. Attackers can extract all data, delete tables, or bypass authentication entirely.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DETECTS 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SELECT in GET parameters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blind injection probes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sqlmap user-agent fingerprint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distinct injection vectors found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4023360" cy="960120"/>
          </a:xfrm>
          <a:prstGeom prst="rect">
            <a:avLst/>
          </a:prstGeom>
          <a:solidFill>
            <a:srgbClr val="21262D"/>
          </a:solidFill>
          <a:ln w="1905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041648"/>
            <a:ext cx="54864" cy="96012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PAYLOADS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/search?q=1' OR '1'='1'--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 DROP TABLE users; --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343400" cy="3840480"/>
          </a:xfrm>
          <a:prstGeom prst="rect">
            <a:avLst/>
          </a:prstGeom>
          <a:solidFill>
            <a:srgbClr val="21262D"/>
          </a:solidFill>
          <a:ln w="1905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LOG SIMULATION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29844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77840" y="129844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91.234.99.12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29400" y="1298448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/search?q=1' OR '1'='1'--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162763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77840" y="162763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629400" y="1627632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injection blocked: UNION SELECT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195681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1956816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91.234.99.12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29400" y="1956816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Time-based blind SQLi detected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28600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77840" y="228600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29400" y="2286000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Error-based SQLi neutralized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2615184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77840" y="2615184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91.234.99.12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29400" y="2615184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'; DROP TABLE users;--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294436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77840" y="2944368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29400" y="2944368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sqlmap user-agent matched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327355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77840" y="327355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91.234.99.12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29400" y="3273552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error disclosure attempt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60273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11:30:04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77840" y="3602736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29400" y="3602736"/>
            <a:ext cx="196596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Stacked query injection blocked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2D101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31596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AI DECISION: BLOCK — Database Attack Confirmed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solidFill>
            <a:srgbClr val="143820"/>
          </a:solidFill>
          <a:ln w="25400">
            <a:solidFill>
              <a:srgbClr val="39D3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82880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59436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CASE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3716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IT?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61872"/>
            <a:ext cx="3657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attacker crafts inputs specifically designed to fool the AI detection system itself — probing its decision boundaries and using encoded payloads to bypass ML-based security.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02336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DETECTS 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inter-packet timing patterns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anomalies in HTTP body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encoding (Base64+ROT13)
</a:t>
            </a: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GAN-generated traffic signatures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4023360" cy="96012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4041648"/>
            <a:ext cx="54864" cy="9601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UNIQUE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3657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targets the AI itself — not the system. This is why Explainable AI (XAI) and adversarial training matter.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351020" cy="3840480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54864" cy="38404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5156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LOG SIMULATION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29844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77840" y="1298448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172.33.45.11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75120" y="1298448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Evasion: fragmented packet stream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162763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77840" y="1627632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172.33.45.11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1627632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 probing with crafted inputs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95681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1956816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Engine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75120" y="1956816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payload fingerprinted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2286000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2286000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172.33.45.11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2286000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Obfuscated shellcode in HTTP body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615184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77840" y="2615184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75120" y="2615184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Base64+ROT13 payload blocked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294436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77840" y="2944368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172.33.45.11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2944368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poisoning: /api/predict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273552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77840" y="3273552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3273552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manipulation blocked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3602736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20:05:05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77840" y="3602736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75120" y="3602736"/>
            <a:ext cx="1920240" cy="256032"/>
          </a:xfrm>
          <a:prstGeom prst="rect">
            <a:avLst/>
          </a:prstGeom>
          <a:noFill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sent for adversarial training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297680"/>
            <a:ext cx="4114800" cy="457200"/>
          </a:xfrm>
          <a:prstGeom prst="rect">
            <a:avLst/>
          </a:prstGeom>
          <a:solidFill>
            <a:srgbClr val="271F07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315968"/>
            <a:ext cx="41148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AI DECISION: MONITOR — Feed to Retraining Pipeline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explains its decisions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383280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B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Sees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563624"/>
            <a:ext cx="109728" cy="109728"/>
          </a:xfrm>
          <a:prstGeom prst="ellipse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087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1975104"/>
            <a:ext cx="109728" cy="109728"/>
          </a:xfrm>
          <a:prstGeom prst="ellipse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2024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timing &amp; entropy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386584"/>
            <a:ext cx="109728" cy="109728"/>
          </a:xfrm>
          <a:prstGeom prst="ellipse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31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reputation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2798064"/>
            <a:ext cx="109728" cy="109728"/>
          </a:xfrm>
          <a:prstGeom prst="ellipse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4320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signatures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209544"/>
            <a:ext cx="109728" cy="109728"/>
          </a:xfrm>
          <a:prstGeom prst="ellipse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5468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65176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05840"/>
            <a:ext cx="54864" cy="33832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0515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Decides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10712" y="156362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15087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against trained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0712" y="197510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92024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anomaly level 0-100%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238658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2331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threat intelligence feeds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0712" y="279806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274320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confidence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0712" y="320954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315468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behavioral rules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005840"/>
            <a:ext cx="265176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005840"/>
            <a:ext cx="54864" cy="3383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10515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Reports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1072" y="156362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15087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197510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192024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indicators triggered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91072" y="238658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2331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&amp; confidence scores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279806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74320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MONITOR / ALLOW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1072" y="320954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15468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action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Claude AI (Anthropic API) — the AI reads simulated attack data and writes a real-time security analysis in plain language for each test case.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31089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108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Security Defense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</a:t>
            </a:r>
            <a:r>
              <a:rPr lang="en-US" sz="140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Goup-2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&amp; AI Defense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274320"/>
            <a:ext cx="4754880" cy="804672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0" y="274320"/>
            <a:ext cx="54864" cy="80467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43891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365760"/>
            <a:ext cx="3840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threats faster than humans by analyzing thousands of packets per second automatically.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207008"/>
            <a:ext cx="4754880" cy="804672"/>
          </a:xfrm>
          <a:prstGeom prst="rect">
            <a:avLst/>
          </a:prstGeom>
          <a:solidFill>
            <a:srgbClr val="21262D"/>
          </a:solidFill>
          <a:ln w="19050">
            <a:solidFill>
              <a:srgbClr val="388BF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207008"/>
            <a:ext cx="54864" cy="804672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8B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3840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attack types (Brute Force, Port Scan, DDoS, SQLi, Adversarial) require different detection strategies.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139696"/>
            <a:ext cx="4754880" cy="804672"/>
          </a:xfrm>
          <a:prstGeom prst="rect">
            <a:avLst/>
          </a:prstGeom>
          <a:solidFill>
            <a:srgbClr val="21262D"/>
          </a:solidFill>
          <a:ln w="19050">
            <a:solidFill>
              <a:srgbClr val="D2992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2139696"/>
            <a:ext cx="54864" cy="80467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30428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231136"/>
            <a:ext cx="3840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is critical — security teams must understand WHY the AI made a decision.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072384"/>
            <a:ext cx="4754880" cy="804672"/>
          </a:xfrm>
          <a:prstGeom prst="rect">
            <a:avLst/>
          </a:prstGeom>
          <a:solidFill>
            <a:srgbClr val="21262D"/>
          </a:solidFill>
          <a:ln w="19050">
            <a:solidFill>
              <a:srgbClr val="F8514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3072384"/>
            <a:ext cx="54864" cy="80467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23697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3163824"/>
            <a:ext cx="3840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themselves must be protected. Adversarial attacks specifically target the AI model.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4005072"/>
            <a:ext cx="4754880" cy="804672"/>
          </a:xfrm>
          <a:prstGeom prst="rect">
            <a:avLst/>
          </a:prstGeom>
          <a:solidFill>
            <a:srgbClr val="21262D"/>
          </a:solidFill>
          <a:ln w="19050">
            <a:solidFill>
              <a:srgbClr val="8957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0" y="4005072"/>
            <a:ext cx="54864" cy="80467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416966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00600" y="4096512"/>
            <a:ext cx="3840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combine AI detection with human oversight for reliable security operations.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6077</Words>
  <Application>WPS Presentation</Application>
  <PresentationFormat>On-screen Show (16:9)</PresentationFormat>
  <Paragraphs>498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Consolas</vt:lpstr>
      <vt:lpstr>苹方-简</vt:lpstr>
      <vt:lpstr>Consolas</vt:lpstr>
      <vt:lpstr>Consolas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Network Security &amp; Defense Dashboard</dc:title>
  <dc:creator>MPTC Infrastructure Team</dc:creator>
  <dc:subject>PptxGenJS Presentation</dc:subject>
  <cp:lastModifiedBy>nem path</cp:lastModifiedBy>
  <cp:revision>2</cp:revision>
  <dcterms:created xsi:type="dcterms:W3CDTF">2026-04-18T07:46:42Z</dcterms:created>
  <dcterms:modified xsi:type="dcterms:W3CDTF">2026-04-18T07:46:42Z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2059C0C36DC3756BE236E3692A7F4114_42</vt:lpwstr>
  </property>
  <property fmtid="{D5CDD505-2E9C-101B-9397-08002B2CF9AE}" pid="3" name="KSOProductBuildVer">
    <vt:lpwstr>1033-12.1.25852.25852</vt:lpwstr>
  </property>
</Properties>
</file>